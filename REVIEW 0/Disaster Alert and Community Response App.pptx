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0390D708-319F-4788-AF83-1BAF51638419}" type="datetimeFigureOut">
              <a:rPr lang="en-IN" smtClean="0"/>
              <a:t>01-09-2026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CB12FF-8D3C-42D0-89D7-652EFB93DFC9}" type="slidenum">
              <a:rPr lang="en-IN" smtClean="0"/>
              <a:t>‹#›</a:t>
            </a:fld>
            <a:endParaRPr lang="en-IN"/>
          </a:p>
        </p:txBody>
      </p:sp>
    </p:spTree>
    <p:extLst>
      <p:ext uri="{BB962C8B-B14F-4D97-AF65-F5344CB8AC3E}">
        <p14:creationId xmlns:p14="http://schemas.microsoft.com/office/powerpoint/2010/main" val="3948626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390D708-319F-4788-AF83-1BAF51638419}" type="datetimeFigureOut">
              <a:rPr lang="en-IN" smtClean="0"/>
              <a:t>01-09-2026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CB12FF-8D3C-42D0-89D7-652EFB93DFC9}" type="slidenum">
              <a:rPr lang="en-IN" smtClean="0"/>
              <a:t>‹#›</a:t>
            </a:fld>
            <a:endParaRPr lang="en-IN"/>
          </a:p>
        </p:txBody>
      </p:sp>
    </p:spTree>
    <p:extLst>
      <p:ext uri="{BB962C8B-B14F-4D97-AF65-F5344CB8AC3E}">
        <p14:creationId xmlns:p14="http://schemas.microsoft.com/office/powerpoint/2010/main" val="3275863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390D708-319F-4788-AF83-1BAF51638419}" type="datetimeFigureOut">
              <a:rPr lang="en-IN" smtClean="0"/>
              <a:t>01-09-2026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CB12FF-8D3C-42D0-89D7-652EFB93DFC9}" type="slidenum">
              <a:rPr lang="en-IN" smtClean="0"/>
              <a:t>‹#›</a:t>
            </a:fld>
            <a:endParaRPr lang="en-IN"/>
          </a:p>
        </p:txBody>
      </p:sp>
    </p:spTree>
    <p:extLst>
      <p:ext uri="{BB962C8B-B14F-4D97-AF65-F5344CB8AC3E}">
        <p14:creationId xmlns:p14="http://schemas.microsoft.com/office/powerpoint/2010/main" val="3126937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0390D708-319F-4788-AF83-1BAF51638419}" type="datetimeFigureOut">
              <a:rPr lang="en-IN" smtClean="0"/>
              <a:t>01-09-2026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CB12FF-8D3C-42D0-89D7-652EFB93DFC9}" type="slidenum">
              <a:rPr lang="en-IN" smtClean="0"/>
              <a:t>‹#›</a:t>
            </a:fld>
            <a:endParaRPr lang="en-IN"/>
          </a:p>
        </p:txBody>
      </p:sp>
    </p:spTree>
    <p:extLst>
      <p:ext uri="{BB962C8B-B14F-4D97-AF65-F5344CB8AC3E}">
        <p14:creationId xmlns:p14="http://schemas.microsoft.com/office/powerpoint/2010/main" val="662976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0390D708-319F-4788-AF83-1BAF51638419}" type="datetimeFigureOut">
              <a:rPr lang="en-IN" smtClean="0"/>
              <a:t>01-09-2026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0CB12FF-8D3C-42D0-89D7-652EFB93DFC9}" type="slidenum">
              <a:rPr lang="en-IN" smtClean="0"/>
              <a:t>‹#›</a:t>
            </a:fld>
            <a:endParaRPr lang="en-IN"/>
          </a:p>
        </p:txBody>
      </p:sp>
    </p:spTree>
    <p:extLst>
      <p:ext uri="{BB962C8B-B14F-4D97-AF65-F5344CB8AC3E}">
        <p14:creationId xmlns:p14="http://schemas.microsoft.com/office/powerpoint/2010/main" val="3043561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0390D708-319F-4788-AF83-1BAF51638419}" type="datetimeFigureOut">
              <a:rPr lang="en-IN" smtClean="0"/>
              <a:t>01-09-2026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0CB12FF-8D3C-42D0-89D7-652EFB93DFC9}" type="slidenum">
              <a:rPr lang="en-IN" smtClean="0"/>
              <a:t>‹#›</a:t>
            </a:fld>
            <a:endParaRPr lang="en-IN"/>
          </a:p>
        </p:txBody>
      </p:sp>
    </p:spTree>
    <p:extLst>
      <p:ext uri="{BB962C8B-B14F-4D97-AF65-F5344CB8AC3E}">
        <p14:creationId xmlns:p14="http://schemas.microsoft.com/office/powerpoint/2010/main" val="1532311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90D708-319F-4788-AF83-1BAF51638419}" type="datetimeFigureOut">
              <a:rPr lang="en-IN" smtClean="0"/>
              <a:t>01-09-2026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0CB12FF-8D3C-42D0-89D7-652EFB93DFC9}" type="slidenum">
              <a:rPr lang="en-IN" smtClean="0"/>
              <a:t>‹#›</a:t>
            </a:fld>
            <a:endParaRPr lang="en-IN"/>
          </a:p>
        </p:txBody>
      </p:sp>
    </p:spTree>
    <p:extLst>
      <p:ext uri="{BB962C8B-B14F-4D97-AF65-F5344CB8AC3E}">
        <p14:creationId xmlns:p14="http://schemas.microsoft.com/office/powerpoint/2010/main" val="1883246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390D708-319F-4788-AF83-1BAF51638419}" type="datetimeFigureOut">
              <a:rPr lang="en-IN" smtClean="0"/>
              <a:t>01-09-2026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CB12FF-8D3C-42D0-89D7-652EFB93DFC9}" type="slidenum">
              <a:rPr lang="en-IN" smtClean="0"/>
              <a:t>‹#›</a:t>
            </a:fld>
            <a:endParaRPr lang="en-IN"/>
          </a:p>
        </p:txBody>
      </p:sp>
    </p:spTree>
    <p:extLst>
      <p:ext uri="{BB962C8B-B14F-4D97-AF65-F5344CB8AC3E}">
        <p14:creationId xmlns:p14="http://schemas.microsoft.com/office/powerpoint/2010/main" val="1286489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390D708-319F-4788-AF83-1BAF51638419}" type="datetimeFigureOut">
              <a:rPr lang="en-IN" smtClean="0"/>
              <a:t>01-09-2026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CB12FF-8D3C-42D0-89D7-652EFB93DFC9}" type="slidenum">
              <a:rPr lang="en-IN" smtClean="0"/>
              <a:t>‹#›</a:t>
            </a:fld>
            <a:endParaRPr lang="en-IN"/>
          </a:p>
        </p:txBody>
      </p:sp>
    </p:spTree>
    <p:extLst>
      <p:ext uri="{BB962C8B-B14F-4D97-AF65-F5344CB8AC3E}">
        <p14:creationId xmlns:p14="http://schemas.microsoft.com/office/powerpoint/2010/main" val="4100095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390D708-319F-4788-AF83-1BAF51638419}" type="datetimeFigureOut">
              <a:rPr lang="en-IN" smtClean="0"/>
              <a:t>01-09-2026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CB12FF-8D3C-42D0-89D7-652EFB93DFC9}" type="slidenum">
              <a:rPr lang="en-IN" smtClean="0"/>
              <a:t>‹#›</a:t>
            </a:fld>
            <a:endParaRPr lang="en-IN"/>
          </a:p>
        </p:txBody>
      </p:sp>
    </p:spTree>
    <p:extLst>
      <p:ext uri="{BB962C8B-B14F-4D97-AF65-F5344CB8AC3E}">
        <p14:creationId xmlns:p14="http://schemas.microsoft.com/office/powerpoint/2010/main" val="341251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390D708-319F-4788-AF83-1BAF51638419}" type="datetimeFigureOut">
              <a:rPr lang="en-IN" smtClean="0"/>
              <a:t>01-09-2026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CB12FF-8D3C-42D0-89D7-652EFB93DFC9}" type="slidenum">
              <a:rPr lang="en-IN" smtClean="0"/>
              <a:t>‹#›</a:t>
            </a:fld>
            <a:endParaRPr lang="en-IN"/>
          </a:p>
        </p:txBody>
      </p:sp>
    </p:spTree>
    <p:extLst>
      <p:ext uri="{BB962C8B-B14F-4D97-AF65-F5344CB8AC3E}">
        <p14:creationId xmlns:p14="http://schemas.microsoft.com/office/powerpoint/2010/main" val="2313129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90D708-319F-4788-AF83-1BAF51638419}" type="datetimeFigureOut">
              <a:rPr lang="en-IN" smtClean="0"/>
              <a:t>01-09-2026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CB12FF-8D3C-42D0-89D7-652EFB93DFC9}" type="slidenum">
              <a:rPr lang="en-IN" smtClean="0"/>
              <a:t>‹#›</a:t>
            </a:fld>
            <a:endParaRPr lang="en-IN"/>
          </a:p>
        </p:txBody>
      </p:sp>
    </p:spTree>
    <p:extLst>
      <p:ext uri="{BB962C8B-B14F-4D97-AF65-F5344CB8AC3E}">
        <p14:creationId xmlns:p14="http://schemas.microsoft.com/office/powerpoint/2010/main" val="35491992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sz="4800" b="1" dirty="0" smtClean="0"/>
              <a:t>Disaster Alert and Community Response App</a:t>
            </a:r>
            <a:endParaRPr lang="en-IN" sz="4800" b="1" dirty="0"/>
          </a:p>
        </p:txBody>
      </p:sp>
      <p:sp>
        <p:nvSpPr>
          <p:cNvPr id="3" name="Subtitle 2"/>
          <p:cNvSpPr>
            <a:spLocks noGrp="1"/>
          </p:cNvSpPr>
          <p:nvPr>
            <p:ph type="subTitle" idx="1"/>
          </p:nvPr>
        </p:nvSpPr>
        <p:spPr>
          <a:xfrm>
            <a:off x="1524000" y="3602038"/>
            <a:ext cx="9144000" cy="2827638"/>
          </a:xfrm>
        </p:spPr>
        <p:txBody>
          <a:bodyPr>
            <a:normAutofit fontScale="92500" lnSpcReduction="20000"/>
          </a:bodyPr>
          <a:lstStyle/>
          <a:p>
            <a:pPr>
              <a:defRPr/>
            </a:pPr>
            <a:r>
              <a:rPr lang="en-IN" altLang="en-US" b="1" dirty="0">
                <a:solidFill>
                  <a:srgbClr val="FF0000"/>
                </a:solidFill>
              </a:rPr>
              <a:t>Team Members Details</a:t>
            </a:r>
          </a:p>
          <a:p>
            <a:pPr>
              <a:lnSpc>
                <a:spcPct val="50000"/>
              </a:lnSpc>
              <a:defRPr/>
            </a:pPr>
            <a:r>
              <a:rPr lang="en-US" altLang="en-IN" b="1" dirty="0" smtClean="0"/>
              <a:t>1. SAI RAM PRAGNEY MURIKIPUDI - 2520090081</a:t>
            </a:r>
            <a:endParaRPr lang="en-IN" altLang="en-US" b="1" dirty="0"/>
          </a:p>
          <a:p>
            <a:pPr>
              <a:lnSpc>
                <a:spcPct val="50000"/>
              </a:lnSpc>
              <a:defRPr/>
            </a:pPr>
            <a:r>
              <a:rPr lang="en-US" altLang="en-IN" b="1" dirty="0" smtClean="0"/>
              <a:t>2.RISHI PRADYUMAN VADLAMUDI - 2520090131</a:t>
            </a:r>
            <a:endParaRPr lang="en-US" altLang="en-IN" b="1" dirty="0"/>
          </a:p>
          <a:p>
            <a:pPr>
              <a:lnSpc>
                <a:spcPct val="50000"/>
              </a:lnSpc>
              <a:defRPr/>
            </a:pPr>
            <a:r>
              <a:rPr lang="en-US" altLang="en-IN" b="1" dirty="0" smtClean="0"/>
              <a:t>3.GOUTHAM VIKAS PARIMI - 2520090096</a:t>
            </a:r>
            <a:endParaRPr lang="en-US" altLang="en-IN" b="1" dirty="0"/>
          </a:p>
          <a:p>
            <a:pPr>
              <a:lnSpc>
                <a:spcPct val="50000"/>
              </a:lnSpc>
              <a:defRPr/>
            </a:pPr>
            <a:endParaRPr lang="en-US" altLang="en-IN" b="1" dirty="0"/>
          </a:p>
          <a:p>
            <a:pPr>
              <a:defRPr/>
            </a:pPr>
            <a:r>
              <a:rPr lang="en-IN" altLang="en-US" dirty="0"/>
              <a:t>III Year </a:t>
            </a:r>
            <a:r>
              <a:rPr lang="en-IN" altLang="en-US" dirty="0" err="1"/>
              <a:t>B.Tech</a:t>
            </a:r>
            <a:r>
              <a:rPr lang="en-IN" altLang="en-US" dirty="0"/>
              <a:t>-II Semester – CSE </a:t>
            </a:r>
          </a:p>
          <a:p>
            <a:pPr>
              <a:defRPr/>
            </a:pPr>
            <a:endParaRPr lang="en-IN" altLang="en-US" dirty="0"/>
          </a:p>
          <a:p>
            <a:pPr>
              <a:lnSpc>
                <a:spcPct val="50000"/>
              </a:lnSpc>
              <a:defRPr/>
            </a:pPr>
            <a:r>
              <a:rPr lang="en-US" altLang="en-IN" b="1" dirty="0"/>
              <a:t>Under the Guidance of</a:t>
            </a:r>
            <a:r>
              <a:rPr lang="en-US" altLang="en-IN" b="1" dirty="0">
                <a:solidFill>
                  <a:srgbClr val="FF0000"/>
                </a:solidFill>
              </a:rPr>
              <a:t> </a:t>
            </a:r>
          </a:p>
          <a:p>
            <a:pPr>
              <a:lnSpc>
                <a:spcPct val="50000"/>
              </a:lnSpc>
              <a:defRPr/>
            </a:pPr>
            <a:r>
              <a:rPr lang="en-US" altLang="en-IN" b="1" dirty="0" err="1">
                <a:solidFill>
                  <a:srgbClr val="FF0000"/>
                </a:solidFill>
              </a:rPr>
              <a:t>Dr.M</a:t>
            </a:r>
            <a:r>
              <a:rPr lang="en-US" altLang="en-IN" b="1" dirty="0">
                <a:solidFill>
                  <a:srgbClr val="FF0000"/>
                </a:solidFill>
              </a:rPr>
              <a:t> </a:t>
            </a:r>
            <a:r>
              <a:rPr lang="en-US" altLang="en-IN" b="1" dirty="0" err="1">
                <a:solidFill>
                  <a:srgbClr val="FF0000"/>
                </a:solidFill>
              </a:rPr>
              <a:t>Gayatri</a:t>
            </a:r>
            <a:endParaRPr lang="en-US" altLang="en-IN" b="1" dirty="0">
              <a:solidFill>
                <a:srgbClr val="FF0000"/>
              </a:solidFill>
            </a:endParaRPr>
          </a:p>
          <a:p>
            <a:pPr>
              <a:lnSpc>
                <a:spcPct val="50000"/>
              </a:lnSpc>
              <a:defRPr/>
            </a:pPr>
            <a:r>
              <a:rPr lang="en-US" altLang="en-IN" dirty="0"/>
              <a:t>Associate </a:t>
            </a:r>
            <a:r>
              <a:rPr lang="en-IN" altLang="en-US" dirty="0"/>
              <a:t>Professor </a:t>
            </a:r>
            <a:endParaRPr lang="en-IN"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199449"/>
            <a:ext cx="8805862"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3673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ABSTRACT</a:t>
            </a:r>
            <a:endParaRPr lang="en-IN" dirty="0"/>
          </a:p>
        </p:txBody>
      </p:sp>
      <p:sp>
        <p:nvSpPr>
          <p:cNvPr id="3" name="Content Placeholder 2"/>
          <p:cNvSpPr>
            <a:spLocks noGrp="1"/>
          </p:cNvSpPr>
          <p:nvPr>
            <p:ph idx="1"/>
          </p:nvPr>
        </p:nvSpPr>
        <p:spPr/>
        <p:txBody>
          <a:bodyPr>
            <a:normAutofit fontScale="77500" lnSpcReduction="20000"/>
          </a:bodyPr>
          <a:lstStyle/>
          <a:p>
            <a:r>
              <a:rPr lang="en-GB" dirty="0" smtClean="0"/>
              <a:t>The </a:t>
            </a:r>
            <a:r>
              <a:rPr lang="en-GB" b="1" dirty="0" smtClean="0"/>
              <a:t>Disaster Alert and Community Response App</a:t>
            </a:r>
            <a:r>
              <a:rPr lang="en-GB" dirty="0" smtClean="0"/>
              <a:t> is a database-driven platform designed to improve communication and coordination during natural and man-made disasters.</a:t>
            </a:r>
          </a:p>
          <a:p>
            <a:r>
              <a:rPr lang="en-GB" dirty="0" smtClean="0"/>
              <a:t>The system enables users to receive disaster alerts, report incidents, request emergency assistance, and access important emergency information. It also connects volunteers and response teams with affected users to support faster and more organized disaster response.</a:t>
            </a:r>
          </a:p>
          <a:p>
            <a:r>
              <a:rPr lang="en-GB" dirty="0" smtClean="0"/>
              <a:t>A </a:t>
            </a:r>
            <a:r>
              <a:rPr lang="en-GB" b="1" dirty="0" smtClean="0"/>
              <a:t>relational database using MySQL</a:t>
            </a:r>
            <a:r>
              <a:rPr lang="en-GB" dirty="0" smtClean="0"/>
              <a:t> is used to store and manage information related to users, disasters, alerts, emergency requests, volunteers, and response records.</a:t>
            </a:r>
          </a:p>
          <a:p>
            <a:r>
              <a:rPr lang="en-GB" dirty="0" smtClean="0"/>
              <a:t>The project demonstrates the practical application of </a:t>
            </a:r>
            <a:r>
              <a:rPr lang="en-GB" b="1" dirty="0" smtClean="0"/>
              <a:t>DBMS and SQL concepts</a:t>
            </a:r>
            <a:r>
              <a:rPr lang="en-GB" dirty="0" smtClean="0"/>
              <a:t>, including relational database design, primary and foreign keys, constraints, joins, aggregate functions, views, stored procedures, and triggers.</a:t>
            </a:r>
          </a:p>
          <a:p>
            <a:r>
              <a:rPr lang="en-GB" dirty="0" smtClean="0"/>
              <a:t>The proposed system aims to reduce communication delays, improve information organization, and support efficient coordination between citizens, volunteers, and emergency responders.</a:t>
            </a:r>
            <a:endParaRPr lang="en-GB" dirty="0"/>
          </a:p>
        </p:txBody>
      </p:sp>
    </p:spTree>
    <p:extLst>
      <p:ext uri="{BB962C8B-B14F-4D97-AF65-F5344CB8AC3E}">
        <p14:creationId xmlns:p14="http://schemas.microsoft.com/office/powerpoint/2010/main" val="2484454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PROBLEM STATEMENT</a:t>
            </a:r>
            <a:endParaRPr lang="en-IN" dirty="0"/>
          </a:p>
        </p:txBody>
      </p:sp>
      <p:sp>
        <p:nvSpPr>
          <p:cNvPr id="3" name="Content Placeholder 2"/>
          <p:cNvSpPr>
            <a:spLocks noGrp="1"/>
          </p:cNvSpPr>
          <p:nvPr>
            <p:ph idx="1"/>
          </p:nvPr>
        </p:nvSpPr>
        <p:spPr/>
        <p:txBody>
          <a:bodyPr>
            <a:normAutofit fontScale="55000" lnSpcReduction="20000"/>
          </a:bodyPr>
          <a:lstStyle/>
          <a:p>
            <a:r>
              <a:rPr lang="en-GB" b="1" dirty="0" smtClean="0"/>
              <a:t>Problem Statement</a:t>
            </a:r>
          </a:p>
          <a:p>
            <a:r>
              <a:rPr lang="en-GB" dirty="0" smtClean="0"/>
              <a:t>During disasters, effective communication and rapid coordination are critical. Traditional communication methods can result in:</a:t>
            </a:r>
          </a:p>
          <a:p>
            <a:r>
              <a:rPr lang="en-GB" dirty="0" smtClean="0"/>
              <a:t>Delayed disaster information </a:t>
            </a:r>
          </a:p>
          <a:p>
            <a:r>
              <a:rPr lang="en-GB" dirty="0" smtClean="0"/>
              <a:t>Difficulty reporting incidents </a:t>
            </a:r>
          </a:p>
          <a:p>
            <a:r>
              <a:rPr lang="en-GB" dirty="0" smtClean="0"/>
              <a:t>Problems in requesting emergency assistance </a:t>
            </a:r>
          </a:p>
          <a:p>
            <a:r>
              <a:rPr lang="en-GB" dirty="0" smtClean="0"/>
              <a:t>Lack of centralized information </a:t>
            </a:r>
          </a:p>
          <a:p>
            <a:r>
              <a:rPr lang="en-GB" dirty="0" smtClean="0"/>
              <a:t>Difficulty coordinating volunteers </a:t>
            </a:r>
          </a:p>
          <a:p>
            <a:r>
              <a:rPr lang="en-GB" dirty="0" smtClean="0"/>
              <a:t>Poor tracking of emergency responses </a:t>
            </a:r>
          </a:p>
          <a:p>
            <a:r>
              <a:rPr lang="en-GB" dirty="0" smtClean="0"/>
              <a:t>Data duplication and inconsistency </a:t>
            </a:r>
          </a:p>
          <a:p>
            <a:r>
              <a:rPr lang="en-GB" dirty="0" smtClean="0"/>
              <a:t>Difficulty generating disaster-related reports </a:t>
            </a:r>
          </a:p>
          <a:p>
            <a:r>
              <a:rPr lang="en-GB" b="1" dirty="0" smtClean="0"/>
              <a:t>Proposed Solution</a:t>
            </a:r>
          </a:p>
          <a:p>
            <a:r>
              <a:rPr lang="en-GB" dirty="0" smtClean="0"/>
              <a:t>Develop a centralized database-driven application that manages disaster-related information and connects affected users with volunteers and response teams.</a:t>
            </a:r>
          </a:p>
          <a:p>
            <a:r>
              <a:rPr lang="en-GB" dirty="0" smtClean="0"/>
              <a:t>The system provides a structured platform for </a:t>
            </a:r>
            <a:r>
              <a:rPr lang="en-GB" b="1" dirty="0" smtClean="0"/>
              <a:t>alerts, incident reporting, emergency requests, volunteer coordination, and response tracking</a:t>
            </a:r>
            <a:r>
              <a:rPr lang="en-GB" dirty="0" smtClean="0"/>
              <a:t>.</a:t>
            </a:r>
          </a:p>
          <a:p>
            <a:pPr marL="0" indent="0">
              <a:buNone/>
            </a:pPr>
            <a:endParaRPr lang="en-IN" dirty="0"/>
          </a:p>
        </p:txBody>
      </p:sp>
    </p:spTree>
    <p:extLst>
      <p:ext uri="{BB962C8B-B14F-4D97-AF65-F5344CB8AC3E}">
        <p14:creationId xmlns:p14="http://schemas.microsoft.com/office/powerpoint/2010/main" val="1062212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OBJECTIVES</a:t>
            </a:r>
            <a:endParaRPr lang="en-IN" dirty="0"/>
          </a:p>
        </p:txBody>
      </p:sp>
      <p:sp>
        <p:nvSpPr>
          <p:cNvPr id="3" name="Content Placeholder 2"/>
          <p:cNvSpPr>
            <a:spLocks noGrp="1"/>
          </p:cNvSpPr>
          <p:nvPr>
            <p:ph idx="1"/>
          </p:nvPr>
        </p:nvSpPr>
        <p:spPr/>
        <p:txBody>
          <a:bodyPr>
            <a:normAutofit fontScale="62500" lnSpcReduction="20000"/>
          </a:bodyPr>
          <a:lstStyle/>
          <a:p>
            <a:r>
              <a:rPr lang="en-GB" b="1" dirty="0" smtClean="0"/>
              <a:t>Objectives</a:t>
            </a:r>
          </a:p>
          <a:p>
            <a:r>
              <a:rPr lang="en-GB" b="1" dirty="0" smtClean="0"/>
              <a:t>1. Disaster Alert Management</a:t>
            </a:r>
          </a:p>
          <a:p>
            <a:r>
              <a:rPr lang="en-GB" dirty="0" smtClean="0"/>
              <a:t>Provide users with timely information about active disasters and emergency situations.</a:t>
            </a:r>
          </a:p>
          <a:p>
            <a:r>
              <a:rPr lang="en-GB" b="1" dirty="0" smtClean="0"/>
              <a:t>2. Incident Reporting</a:t>
            </a:r>
          </a:p>
          <a:p>
            <a:r>
              <a:rPr lang="en-GB" dirty="0" smtClean="0"/>
              <a:t>Allow users to report disaster incidents and provide relevant information about affected areas.</a:t>
            </a:r>
          </a:p>
          <a:p>
            <a:r>
              <a:rPr lang="en-GB" b="1" dirty="0" smtClean="0"/>
              <a:t>3. Emergency Assistance</a:t>
            </a:r>
          </a:p>
          <a:p>
            <a:r>
              <a:rPr lang="en-GB" dirty="0" smtClean="0"/>
              <a:t>Enable users to submit emergency requests for medical, rescue, food, shelter, or other assistance.</a:t>
            </a:r>
          </a:p>
          <a:p>
            <a:r>
              <a:rPr lang="en-GB" b="1" dirty="0" smtClean="0"/>
              <a:t>4. Volunteer Coordination</a:t>
            </a:r>
          </a:p>
          <a:p>
            <a:r>
              <a:rPr lang="en-GB" dirty="0" smtClean="0"/>
              <a:t>Maintain volunteer information and connect available volunteers with emergency requests.</a:t>
            </a:r>
          </a:p>
          <a:p>
            <a:r>
              <a:rPr lang="en-GB" b="1" dirty="0" smtClean="0"/>
              <a:t>5. Response Tracking</a:t>
            </a:r>
          </a:p>
          <a:p>
            <a:r>
              <a:rPr lang="en-GB" dirty="0" smtClean="0"/>
              <a:t>Record and monitor actions taken by volunteers or response teams.</a:t>
            </a:r>
          </a:p>
          <a:p>
            <a:r>
              <a:rPr lang="en-GB" b="1" dirty="0" smtClean="0"/>
              <a:t>6. Database Management</a:t>
            </a:r>
          </a:p>
          <a:p>
            <a:r>
              <a:rPr lang="en-GB" dirty="0" smtClean="0"/>
              <a:t>Maintain centralized, consistent, and reliable disaster-related data using a relational database.</a:t>
            </a:r>
          </a:p>
          <a:p>
            <a:endParaRPr lang="en-IN" dirty="0"/>
          </a:p>
        </p:txBody>
      </p:sp>
    </p:spTree>
    <p:extLst>
      <p:ext uri="{BB962C8B-B14F-4D97-AF65-F5344CB8AC3E}">
        <p14:creationId xmlns:p14="http://schemas.microsoft.com/office/powerpoint/2010/main" val="1054992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THANK YOU </a:t>
            </a:r>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0753205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404</Words>
  <Application>Microsoft Office PowerPoint</Application>
  <PresentationFormat>Widescreen</PresentationFormat>
  <Paragraphs>46</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Disaster Alert and Community Response App</vt:lpstr>
      <vt:lpstr>ABSTRACT</vt:lpstr>
      <vt:lpstr>PROBLEM STATEMENT</vt:lpstr>
      <vt:lpstr>OBJECTIVES</vt:lpstr>
      <vt:lpstr>THANK YOU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Disaster Alert and Community Response App</dc:title>
  <dc:creator>Admin</dc:creator>
  <cp:lastModifiedBy>Admin</cp:lastModifiedBy>
  <cp:revision>2</cp:revision>
  <dcterms:created xsi:type="dcterms:W3CDTF">2026-09-01T05:06:20Z</dcterms:created>
  <dcterms:modified xsi:type="dcterms:W3CDTF">2026-09-01T05:08:43Z</dcterms:modified>
</cp:coreProperties>
</file>